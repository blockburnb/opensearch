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Elasticsearch/OpenSearch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Moteur de recherche distribué pour les Logs</a:t>
            </a:r>
          </a:p>
          <a:p>
            <a:r>
              <a:t>CC2 - Présentation Orale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Qu'est-ce qu'Elasticsearch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🔍 Un moteur de recherche (comme Google pour vos données)</a:t>
            </a:r>
          </a:p>
          <a:p>
            <a:pPr>
              <a:defRPr sz="1800"/>
            </a:pPr>
            <a:r>
              <a:t>📦 Distribué : les données sur plusieurs serveurs</a:t>
            </a:r>
          </a:p>
          <a:p>
            <a:pPr>
              <a:defRPr sz="1800"/>
            </a:pPr>
            <a:r>
              <a:t>⚡ Temps réel : requêtes en millisecondes</a:t>
            </a:r>
          </a:p>
          <a:p>
            <a:pPr>
              <a:defRPr sz="1800"/>
            </a:pPr>
            <a:r>
              <a:t>🔤 Full-text search : chercher du texte libre</a:t>
            </a:r>
          </a:p>
          <a:p>
            <a:pPr>
              <a:defRPr sz="1800"/>
            </a:pPr>
            <a:r>
              <a:t>📊 Indexation : organise les données pour les trouver vite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Basé sur Apache Lucene (depuis 2000)</a:t>
            </a:r>
          </a:p>
          <a:p>
            <a:pPr>
              <a:defRPr sz="1800"/>
            </a:pPr>
            <a:r>
              <a:t>Créé en 2010 par Shay Banon</a:t>
            </a:r>
          </a:p>
          <a:p>
            <a:pPr>
              <a:defRPr sz="1800"/>
            </a:pPr>
            <a:r>
              <a:t>OpenSearch = fork open-source créé par AWS (2021)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d'OpenSearch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📍 Cluster : ensemble de serveurs travaillant ensemble</a:t>
            </a:r>
          </a:p>
          <a:p>
            <a:pPr>
              <a:defRPr sz="1800"/>
            </a:pPr>
            <a:r>
              <a:t>🖥️ Node : un serveur individuel</a:t>
            </a:r>
          </a:p>
          <a:p>
            <a:pPr>
              <a:defRPr sz="1800"/>
            </a:pPr>
            <a:r>
              <a:t>📚 Index : une base de données (ex: 'logs', 'movies')</a:t>
            </a:r>
          </a:p>
          <a:p>
            <a:pPr>
              <a:defRPr sz="1800"/>
            </a:pPr>
            <a:r>
              <a:t>📄 Document : un enregistrement (JSON)</a:t>
            </a:r>
          </a:p>
          <a:p>
            <a:pPr>
              <a:defRPr sz="1800"/>
            </a:pPr>
            <a:r>
              <a:t>🔀 Shard : partition d'un index (parallélisme)</a:t>
            </a:r>
          </a:p>
          <a:p>
            <a:pPr>
              <a:defRPr sz="1800"/>
            </a:pPr>
            <a:r>
              <a:t>🔄 Replica : copie d'un shard (redondance)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Exemple : 100M documents → 5 shards → 5 serveurs cherchent en parallèle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ELK/OpenSearch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📲 Sources : Applications, Serveurs, Logs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🔧 Collecteurs (Logstash, Fluentd, Filebeat)</a:t>
            </a:r>
          </a:p>
          <a:p>
            <a:pPr>
              <a:defRPr sz="1800"/>
            </a:pPr>
            <a:r>
              <a:t>   → Récupèrent et transforment les logs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🔍 Elasticsearch/OpenSearch</a:t>
            </a:r>
          </a:p>
          <a:p>
            <a:pPr>
              <a:defRPr sz="1800"/>
            </a:pPr>
            <a:r>
              <a:t>   → Indexation et stockage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Kibana/OpenSearch Dashboards</a:t>
            </a:r>
          </a:p>
          <a:p>
            <a:pPr>
              <a:defRPr sz="1800"/>
            </a:pPr>
            <a:r>
              <a:t>   → Visualisation graphique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🚨 Alerting : déclencher des actions automatiques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d'Usage Principaux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🔴 Logs et troubleshooting : trouver l'erreur dans 100 Go</a:t>
            </a:r>
          </a:p>
          <a:p>
            <a:pPr>
              <a:defRPr sz="1800"/>
            </a:pPr>
            <a:r>
              <a:t>📈 Observabilité : CPU, mémoire, latence en temps réel</a:t>
            </a:r>
          </a:p>
          <a:p>
            <a:pPr>
              <a:defRPr sz="1800"/>
            </a:pPr>
            <a:r>
              <a:t>🔎 Search analytics : comprendre ce que cherchent les utilisateurs</a:t>
            </a:r>
          </a:p>
          <a:p>
            <a:pPr>
              <a:defRPr sz="1800"/>
            </a:pPr>
            <a:r>
              <a:t>🛡️ Security : détecter les intrusions (SOC)</a:t>
            </a:r>
          </a:p>
          <a:p>
            <a:pPr>
              <a:defRPr sz="1800"/>
            </a:pPr>
            <a:r>
              <a:t>🛒 E-commerce : search produit (comme Amazon)</a:t>
            </a:r>
          </a:p>
          <a:p>
            <a:pPr>
              <a:defRPr sz="1800"/>
            </a:pPr>
            <a:r>
              <a:t>☁️ Infrastructure : Kubernetes logs, AWS CloudTrail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Netflix, Uber, Airbnb = utilisateurs majeurs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Autres Outils NoSQL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MongoDB : bon pour CRUD / ES : bon pour chercher</a:t>
            </a:r>
          </a:p>
          <a:p>
            <a:pPr>
              <a:defRPr sz="1800"/>
            </a:pPr>
            <a:r>
              <a:t>Redis : super rapide (RAM) / ES : persistant (disque)</a:t>
            </a:r>
          </a:p>
          <a:p>
            <a:pPr>
              <a:defRPr sz="1800"/>
            </a:pPr>
            <a:r>
              <a:t>InfluxDB : spécialisé time-series / ES : plus polyvalent</a:t>
            </a:r>
          </a:p>
          <a:p>
            <a:pPr>
              <a:defRPr sz="1800"/>
            </a:pPr>
            <a:r>
              <a:t>Neo4j : relations graphes / ES : pas de relations</a:t>
            </a:r>
          </a:p>
          <a:p>
            <a:pPr>
              <a:defRPr sz="1800"/>
            </a:pPr>
            <a:r>
              <a:t>ClickHouse : énormes agrégations / ES : search + analytics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ES = leader pour full-text search et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 1 : Import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Création d'un index 'logs-demo'</a:t>
            </a:r>
          </a:p>
          <a:p>
            <a:pPr>
              <a:defRPr sz="1800"/>
            </a:pPr>
            <a:r>
              <a:t>✅ Insertion de 8 documents de logs en bulk</a:t>
            </a:r>
          </a:p>
          <a:p>
            <a:pPr>
              <a:defRPr sz="1800"/>
            </a:pPr>
            <a:r>
              <a:t>Chaque log contient : timestamp, level, service, message, user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En production : 100 millions de logs par jour</a:t>
            </a:r>
          </a:p>
          <a:p>
            <a:pPr>
              <a:defRPr sz="1800"/>
            </a:pPr>
            <a:r>
              <a:t>Elasticsearch les indexe en quelques secondes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Résultat : tous les logs sont searchable instantanément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 2 : Requête Structurée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❓ Chercher tous les ERREURS du service api-gateway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🔍 Filtre AND :</a:t>
            </a:r>
          </a:p>
          <a:p>
            <a:pPr>
              <a:defRPr sz="1800"/>
            </a:pPr>
            <a:r>
              <a:t>   • level = 'ERROR'</a:t>
            </a:r>
          </a:p>
          <a:p>
            <a:pPr>
              <a:defRPr sz="1800"/>
            </a:pPr>
            <a:r>
              <a:t>   • service = 'api-gateway'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Résultat : 2 documents trouvés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C'est du filtering structuré (comme SQL WHERE)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 3 : Requête Structurée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❓ Chercher tous les logs entre 10:00 et 10:30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🔍 Range Query :</a:t>
            </a:r>
          </a:p>
          <a:p>
            <a:pPr>
              <a:defRPr sz="1800"/>
            </a:pPr>
            <a:r>
              <a:t>   • timestamp &gt;= 2024-06-01T10:00:00Z</a:t>
            </a:r>
          </a:p>
          <a:p>
            <a:pPr>
              <a:defRPr sz="1800"/>
            </a:pPr>
            <a:r>
              <a:t>   • timestamp &lt;= 2024-06-01T10:30:00Z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Résultat : 8 documents trouvés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En SQL : WHERE timestamp BETWEEN '10:00' AND '10:30'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 4 : Requête Full-Text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❓ Logs mentionnant 'database' OU 'connection'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🔍 Full-text search :</a:t>
            </a:r>
          </a:p>
          <a:p>
            <a:pPr>
              <a:defRPr sz="1800"/>
            </a:pPr>
            <a:r>
              <a:t>   Cherche du texte libre (pas des valeurs exactes)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Résultat : 3 documents trouvés</a:t>
            </a:r>
          </a:p>
          <a:p>
            <a:pPr>
              <a:defRPr sz="1800"/>
            </a:pPr>
            <a:r>
              <a:t>   • 'Backup completed successfully' (contient database)</a:t>
            </a:r>
          </a:p>
          <a:p>
            <a:pPr>
              <a:defRPr sz="1800"/>
            </a:pPr>
            <a:r>
              <a:t>   • 'Connection timeout to database' (les deux)</a:t>
            </a:r>
          </a:p>
          <a:p>
            <a:pPr>
              <a:defRPr sz="1800"/>
            </a:pPr>
            <a:r>
              <a:t>   • 'Connection refused...' (contient connection)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⭐ Elasticsearch comprend le stemming (connection/connecting)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 5 : Requête Full-Text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❓ Logs contenant 'payment' dans message OU service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🔍 Multi-match query :</a:t>
            </a:r>
          </a:p>
          <a:p>
            <a:pPr>
              <a:defRPr sz="1800"/>
            </a:pPr>
            <a:r>
              <a:t>   Cherche dans plusieurs champs en même temps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Résultat : 2 documents trouvés</a:t>
            </a:r>
          </a:p>
          <a:p>
            <a:pPr>
              <a:defRPr sz="1800"/>
            </a:pPr>
            <a:r>
              <a:t>   • Service 'payment-service'</a:t>
            </a:r>
          </a:p>
          <a:p>
            <a:pPr>
              <a:defRPr sz="1800"/>
            </a:pPr>
            <a:r>
              <a:t>   • Message 'Payment processing failed'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En SQL : WHERE field1 LIKE '%payment%' OR field2 LIKE '%payment%'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 6 : Visualisations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📈 Graphique 1 : Timeline des logs</a:t>
            </a:r>
          </a:p>
          <a:p>
            <a:pPr>
              <a:defRPr sz="1800"/>
            </a:pPr>
            <a:r>
              <a:t>   X = Temps / Y = Nombre de logs / Couleurs = Niveau</a:t>
            </a:r>
          </a:p>
          <a:p>
            <a:pPr>
              <a:defRPr sz="1800"/>
            </a:pPr>
            <a:r>
              <a:t>   Utilité : Détecter les pics d'erreurs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🍰 Graphique 2 : Pie chart - Services</a:t>
            </a:r>
          </a:p>
          <a:p>
            <a:pPr>
              <a:defRPr sz="1800"/>
            </a:pPr>
            <a:r>
              <a:t>   Taille = Nombre de logs par service</a:t>
            </a:r>
          </a:p>
          <a:p>
            <a:pPr>
              <a:defRPr sz="1800"/>
            </a:pPr>
            <a:r>
              <a:t>   Utilité : Identifier les services 'bavards'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💡 1 DevOps peut monitorer 1000 services via 2-3 graphiques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Avantages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⚡ Performance : requêtes en &lt; 100ms sur 100 milliards de logs</a:t>
            </a:r>
          </a:p>
          <a:p>
            <a:pPr>
              <a:defRPr sz="1800"/>
            </a:pPr>
            <a:r>
              <a:t>📈 Scalabilité : ajouter un serveur = augmente la capacité</a:t>
            </a:r>
          </a:p>
          <a:p>
            <a:pPr>
              <a:defRPr sz="1800"/>
            </a:pPr>
            <a:r>
              <a:t>🔍 Full-text search : chercher du texte free = puissant</a:t>
            </a:r>
          </a:p>
          <a:p>
            <a:pPr>
              <a:defRPr sz="1800"/>
            </a:pPr>
            <a:r>
              <a:t>🕐 Temps réel : données searchable en &lt; 1 seconde</a:t>
            </a:r>
          </a:p>
          <a:p>
            <a:pPr>
              <a:defRPr sz="1800"/>
            </a:pPr>
            <a:r>
              <a:t>🛠️ Agrégations : statistiques complexes natives</a:t>
            </a:r>
          </a:p>
          <a:p>
            <a:pPr>
              <a:defRPr sz="1800"/>
            </a:pPr>
            <a:r>
              <a:t>🎨 Visualisations : Kibana/Dashboards intégrés</a:t>
            </a:r>
          </a:p>
          <a:p>
            <a:pPr>
              <a:defRPr sz="1800"/>
            </a:pPr>
            <a:r>
              <a:t>🚨 Alerting : déclencher des actions automatiques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💾 RAM intensif : 1 TB de données = 100-200 GB de RAM</a:t>
            </a:r>
          </a:p>
          <a:p>
            <a:pPr>
              <a:defRPr sz="1800"/>
            </a:pPr>
            <a:r>
              <a:t>❌ Pas transactionnel : INSERT A réussit, INSERT B échoue</a:t>
            </a:r>
          </a:p>
          <a:p>
            <a:pPr>
              <a:defRPr sz="1800"/>
            </a:pPr>
            <a:r>
              <a:t>🔗 Pas de JOINs : SQL les gère bien, ES dénormalise</a:t>
            </a:r>
          </a:p>
          <a:p>
            <a:pPr>
              <a:defRPr sz="1800"/>
            </a:pPr>
            <a:r>
              <a:t>⏱️ Délai de synchronisation : ~1 seconde avant searchable</a:t>
            </a:r>
          </a:p>
          <a:p>
            <a:pPr>
              <a:defRPr sz="1800"/>
            </a:pPr>
            <a:r>
              <a:t>🛠️ Administration complexe : gestion d'index, shards, lifecycle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Mais : ces limitations ne sont pas blocantes pour les logs 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Elasticsearch/OpenSearch = leader du full-text search</a:t>
            </a:r>
          </a:p>
          <a:p>
            <a:pPr>
              <a:defRPr sz="1800"/>
            </a:pPr>
            <a:r>
              <a:t>✅ Distribué et scalable : Netflix, Uber, Airbnb l'utilisent</a:t>
            </a:r>
          </a:p>
          <a:p>
            <a:pPr>
              <a:defRPr sz="1800"/>
            </a:pPr>
            <a:r>
              <a:t>✅ Complément des autres BD (MongoDB, ClickHouse, etc.)</a:t>
            </a:r>
          </a:p>
          <a:p>
            <a:pPr>
              <a:defRPr sz="1800"/>
            </a:pPr>
            <a:r>
              <a:t>✅ Stack ELK complet (Logstash + Kibana) = monitoring total</a:t>
            </a:r>
          </a:p>
          <a:p>
            <a:pPr>
              <a:defRPr sz="1800"/>
            </a:pPr>
            <a:r>
              <a:t>✅ Norme de l'industrie en 2024 (DevOps, SRE, Data)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💡 Google pour vos propres données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